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1417320"/>
            <a:ext cx="6400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109728" cy="242316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4FA0"/>
                </a:solidFill>
                <a:latin typeface="Microsoft YaHei"/>
              </a:rPr>
              <a:t>Cursor 场景下的 AI 编程最佳实践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13555"/>
                </a:solidFill>
                <a:latin typeface="Microsoft YaHei"/>
              </a:rPr>
              <a:t>把 AI 从“补全工具”升级为
可协作的研发搭档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626E7C"/>
                </a:solidFill>
                <a:latin typeface="Microsoft YaHei"/>
              </a:rPr>
              <a:t>目标：帮助团队形成一套能稳定产出、可控风险、可复制推广的 AI 编程工作方式。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5448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8" y="1700784"/>
            <a:ext cx="3255264" cy="1673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213555"/>
                </a:solidFill>
                <a:latin typeface="Microsoft YaHei"/>
              </a:rPr>
              <a:t>好的 AI 编程结果，通常不是来自“更会问一句话”，而是来自更好的上下文、拆解、约束与验证。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160520"/>
            <a:ext cx="9601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需求澄清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5376" y="4160520"/>
            <a:ext cx="9601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6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64747"/>
                </a:solidFill>
                <a:latin typeface="Microsoft YaHei"/>
              </a:rPr>
              <a:t>代码探索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944" y="4160520"/>
            <a:ext cx="11430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29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9536"/>
                </a:solidFill>
                <a:latin typeface="Microsoft YaHei"/>
              </a:rPr>
              <a:t>实现与重构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4160520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2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92D7F"/>
                </a:solidFill>
                <a:latin typeface="Microsoft YaHei"/>
              </a:rPr>
              <a:t>测试与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79" y="4160520"/>
            <a:ext cx="9601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C645"/>
                </a:solidFill>
                <a:latin typeface="Microsoft YaHei"/>
              </a:rPr>
              <a:t>团队规范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54880"/>
            <a:ext cx="4846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901184"/>
            <a:ext cx="4443984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54456"/>
                </a:solidFill>
                <a:latin typeface="Microsoft YaHei"/>
              </a:rPr>
              <a:t>适用对象：研发团队、测试、技术管理者、架构师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4754880"/>
            <a:ext cx="532180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901184"/>
            <a:ext cx="491947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54456"/>
                </a:solidFill>
                <a:latin typeface="Microsoft YaHei"/>
              </a:rPr>
              <a:t>核心关键词：上下文、拆解、约束、验证、复盘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内部分享 / AI 编程实践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建议时长：30-40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为什么值得系统化使用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关键结论：AI 不是替代工程能力，而是放大工程能力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AI 编程的价值，不只是“写得更快”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251460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93976"/>
            <a:ext cx="2185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FA0"/>
                </a:solidFill>
                <a:latin typeface="Microsoft YaHei"/>
              </a:rPr>
              <a:t>1. 降低启动成本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86584"/>
            <a:ext cx="2203704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新任务、新语言、新模块更容易起步。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96596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965960"/>
            <a:ext cx="251460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093976"/>
            <a:ext cx="2185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4747"/>
                </a:solidFill>
                <a:latin typeface="Microsoft YaHei"/>
              </a:rPr>
              <a:t>2. 扩大能力边界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86584"/>
            <a:ext cx="2203704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一个人可以兼顾实现、测试、文档、脚本。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4456" y="196596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34456" y="1965960"/>
            <a:ext cx="2514600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2093976"/>
            <a:ext cx="2185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29536"/>
                </a:solidFill>
                <a:latin typeface="Microsoft YaHei"/>
              </a:rPr>
              <a:t>3. 提升交付吞吐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386584"/>
            <a:ext cx="2203704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尤其适合样板代码、重构、批量修改、测试补齐。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58784" y="196596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58784" y="1965960"/>
            <a:ext cx="2514600" cy="45720"/>
          </a:xfrm>
          <a:prstGeom prst="rect">
            <a:avLst/>
          </a:prstGeom>
          <a:solidFill>
            <a:srgbClr val="F5C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2093976"/>
            <a:ext cx="2185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C645"/>
                </a:solidFill>
                <a:latin typeface="Microsoft YaHei"/>
              </a:rPr>
              <a:t>4. 倒逼工程规范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386584"/>
            <a:ext cx="2203704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上下文清晰、测试充分、结构良好的仓库更容易被 AI 利用。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核心判断：AI 最适合“信息量大、模式重复、需要快速试错”的研发活动。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Cursor 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角色切换越清晰，产出越稳定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在 Cursor 里，建议把 AI 当成 4 类角色使用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507492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3969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FA0"/>
                </a:solidFill>
                <a:latin typeface="Microsoft YaHei"/>
              </a:rPr>
              <a:t>1. 探索员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3230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快速扫描代码库、定位入口、解释调用链、总结模块职责。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01168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011680"/>
            <a:ext cx="507492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13969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4747"/>
                </a:solidFill>
                <a:latin typeface="Microsoft YaHei"/>
              </a:rPr>
              <a:t>2. 实现助手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43230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按明确边界完成函数、组件、接口、迁移脚本、测试代码。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5074920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8561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29536"/>
                </a:solidFill>
                <a:latin typeface="Microsoft YaHei"/>
              </a:rPr>
              <a:t>3. 评审员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07822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对 diff 做风险扫描，找潜在 bug、回归点、边界条件、缺失测试。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6576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3657600"/>
            <a:ext cx="5074920" cy="45720"/>
          </a:xfrm>
          <a:prstGeom prst="rect">
            <a:avLst/>
          </a:prstGeom>
          <a:solidFill>
            <a:srgbClr val="D92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378561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92D7F"/>
                </a:solidFill>
                <a:latin typeface="Microsoft YaHei"/>
              </a:rPr>
              <a:t>4. 教练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407822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354456"/>
                </a:solidFill>
                <a:latin typeface="Microsoft YaHei"/>
              </a:rPr>
              <a:t>• 解释陌生代码、给出重构思路、比较方案、补齐知识盲区。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更高效的方式：让 AI 参与需求理解、方案拆解、实现、验证和复盘的完整链路。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最佳实践总原则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经验：AI 编程的上限，常常取决于人的任务设计能力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先给原则，再谈技巧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3401568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4825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4FA0"/>
                </a:solidFill>
                <a:latin typeface="Microsoft YaHei"/>
              </a:rPr>
              <a:t>原则 1：先对齐任务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3090672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明确目标、范围、约束、验收标准。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7096" y="1920240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7096" y="1920240"/>
            <a:ext cx="3401568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04825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4747"/>
                </a:solidFill>
                <a:latin typeface="Microsoft YaHei"/>
              </a:rPr>
              <a:t>原则 2：优先给上下文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340864"/>
            <a:ext cx="3090672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让 AI 看到正确文件、接口、报错和已有模式。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920240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08392" y="1920240"/>
            <a:ext cx="3401568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2984" y="204825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29536"/>
                </a:solidFill>
                <a:latin typeface="Microsoft YaHei"/>
              </a:rPr>
              <a:t>原则 3：任务拆小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2340864"/>
            <a:ext cx="3090672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一次只解决一个问题，改完立刻验证。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520440"/>
            <a:ext cx="3401568" cy="45720"/>
          </a:xfrm>
          <a:prstGeom prst="rect">
            <a:avLst/>
          </a:prstGeom>
          <a:solidFill>
            <a:srgbClr val="D92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64845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92D7F"/>
                </a:solidFill>
                <a:latin typeface="Microsoft YaHei"/>
              </a:rPr>
              <a:t>原则 4：让 AI 解释修改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941064"/>
            <a:ext cx="3090672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要求列出改动点、影响面、未覆盖风险。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7096" y="3520440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7096" y="3520440"/>
            <a:ext cx="3401568" cy="45720"/>
          </a:xfrm>
          <a:prstGeom prst="rect">
            <a:avLst/>
          </a:prstGeom>
          <a:solidFill>
            <a:srgbClr val="F5C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64845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C645"/>
                </a:solidFill>
                <a:latin typeface="Microsoft YaHei"/>
              </a:rPr>
              <a:t>原则 5：人负责验收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941064"/>
            <a:ext cx="3090672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AI 可以生成，但不拥有上线决策权。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08392" y="3520440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08392" y="3520440"/>
            <a:ext cx="3401568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2984" y="364845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4FA0"/>
                </a:solidFill>
                <a:latin typeface="Microsoft YaHei"/>
              </a:rPr>
              <a:t>原则 6：沉淀团队资产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4" y="3941064"/>
            <a:ext cx="3090672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把高质量 Prompt 模板化、规范化、流程化。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先分析、再实现、再验证，是最稳的 AI 协作节奏。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工作流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先分析再实现，能显著减少“写出来但不对”的返工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从模糊需求到可执行任务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1755648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4FA0"/>
                </a:solidFill>
                <a:latin typeface="Microsoft YaHei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我要解决什么业务问题？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011680"/>
            <a:ext cx="1755648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4747"/>
                </a:solidFill>
                <a:latin typeface="Microsoft YaHei"/>
              </a:rPr>
              <a:t>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改哪些模块？不改哪些模块？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6" y="2011680"/>
            <a:ext cx="1755648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29536"/>
                </a:solidFill>
                <a:latin typeface="Microsoft YaHei"/>
              </a:rPr>
              <a:t>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语言、接口、兼容性、性能要求。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7184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7184" y="2011680"/>
            <a:ext cx="1755648" cy="45720"/>
          </a:xfrm>
          <a:prstGeom prst="rect">
            <a:avLst/>
          </a:prstGeom>
          <a:solidFill>
            <a:srgbClr val="F5C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6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C645"/>
                </a:solidFill>
                <a:latin typeface="Microsoft YaHei"/>
              </a:rPr>
              <a:t>验收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测试、页面、日志、输出标准。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54312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2011680"/>
            <a:ext cx="1755648" cy="45720"/>
          </a:xfrm>
          <a:prstGeom prst="rect">
            <a:avLst/>
          </a:prstGeom>
          <a:solidFill>
            <a:srgbClr val="D92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8904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92D7F"/>
                </a:solidFill>
                <a:latin typeface="Microsoft YaHei"/>
              </a:rPr>
              <a:t>行动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904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先分析，再提方案，再实现。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794760"/>
            <a:ext cx="10835640" cy="1737360"/>
          </a:xfrm>
          <a:prstGeom prst="roundRect">
            <a:avLst/>
          </a:prstGeom>
          <a:solidFill>
            <a:srgbClr val="F7F9FC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794760"/>
            <a:ext cx="109728" cy="173736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3922776"/>
            <a:ext cx="10424160" cy="1499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354456"/>
                </a:solidFill>
                <a:latin typeface="Courier New"/>
              </a:rPr>
              <a:t>建议先这样问 Cursor：
“你先不要写代码。请基于当前仓库帮我完成 3 件事：
1. 找出和这个需求最相关的文件与调用链；
2. 给出最小改动方案；
3. 列出可能影响的测试点和风险点。
需求目标：...
改动范围：...
不要改动：...
验收标准：...”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工作流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正确上下文 &gt; 华丽提示词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优先让 AI “读代码”，再让 AI “写代码”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51663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16636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9397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FA0"/>
                </a:solidFill>
                <a:latin typeface="Microsoft YaHei"/>
              </a:rPr>
              <a:t>推荐做法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86584"/>
            <a:ext cx="4855464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先让 Cursor 总结模块职责、入口函数、关键数据流。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要求引用具体文件和函数，而不是泛泛解释。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让 AI 用现有代码风格完成实现，而不是凭空创造新模式。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要求它说明为什么选这个修改点而不是别处。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965960"/>
            <a:ext cx="51663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965960"/>
            <a:ext cx="516636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09397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4747"/>
                </a:solidFill>
                <a:latin typeface="Microsoft YaHei"/>
              </a:rPr>
              <a:t>常见问题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86584"/>
            <a:ext cx="4855464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没有给上下文，AI 按通用经验瞎猜。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一次贴太多无关文件，核心信息被稀释。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没要求它引用证据，回答听起来合理但脱离仓库实际。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直接让它重构大片代码，最后人无法 Review。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一个非常有效的习惯：先问“仓库里现在是怎么做的”，再问“这次我应该怎么改”。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工作流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AI 越强，越要控制改动粒度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用“小步快跑”替代“一次生成一大坨”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338328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48256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24FA0"/>
                </a:solidFill>
                <a:latin typeface="Microsoft YaHei"/>
              </a:rPr>
              <a:t>步骤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3072384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先让 AI 只做方案和影响分析，确认改动边界。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38328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4747"/>
                </a:solidFill>
                <a:latin typeface="Microsoft YaHei"/>
              </a:rPr>
              <a:t>步骤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40864"/>
            <a:ext cx="3072384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一次只改一个文件或一个子问题，方便人类 Review。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2024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20240"/>
            <a:ext cx="3063240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048256"/>
            <a:ext cx="27340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9536"/>
                </a:solidFill>
                <a:latin typeface="Microsoft YaHei"/>
              </a:rPr>
              <a:t>步骤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340864"/>
            <a:ext cx="2752344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每轮修改后立刻跑测试、lint、编译或关键路径验证。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1417320" cy="384048"/>
          </a:xfrm>
          <a:prstGeom prst="roundRect">
            <a:avLst/>
          </a:prstGeom>
          <a:solidFill>
            <a:srgbClr val="EBF2FC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3657600"/>
            <a:ext cx="3337560" cy="384048"/>
          </a:xfrm>
          <a:prstGeom prst="roundRect">
            <a:avLst/>
          </a:prstGeom>
          <a:solidFill>
            <a:srgbClr val="EBF2FC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不推荐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3657600"/>
            <a:ext cx="5623560" cy="384048"/>
          </a:xfrm>
          <a:prstGeom prst="roundRect">
            <a:avLst/>
          </a:prstGeom>
          <a:solidFill>
            <a:srgbClr val="EBF2FC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更推荐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42232"/>
            <a:ext cx="14173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215384"/>
            <a:ext cx="119786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功能开发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4142232"/>
            <a:ext cx="333756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41448" y="4215384"/>
            <a:ext cx="31181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“把整个需求都实现了”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4142232"/>
            <a:ext cx="562356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7608" y="4215384"/>
            <a:ext cx="54041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“先补接口层，再补 service，再补测试”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36008"/>
            <a:ext cx="14173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709160"/>
            <a:ext cx="119786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Bug 修复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4636008"/>
            <a:ext cx="333756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41448" y="4709160"/>
            <a:ext cx="31181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“帮我修掉这个问题”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4636008"/>
            <a:ext cx="562356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07608" y="4709160"/>
            <a:ext cx="54041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“先定位根因，再给最小修复 diff”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129784"/>
            <a:ext cx="14173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202936"/>
            <a:ext cx="119786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重构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20" y="5129784"/>
            <a:ext cx="333756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41448" y="5202936"/>
            <a:ext cx="31181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一次性批量重写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5129784"/>
            <a:ext cx="562356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07608" y="5202936"/>
            <a:ext cx="54041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354456"/>
                </a:solidFill>
                <a:latin typeface="Microsoft YaHei"/>
              </a:rPr>
              <a:t>“分批迁移，每批可回滚、有测试覆盖”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工作流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如果你不知道怎么验证，通常也不该让 AI 直接开始写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让 AI 先写“验证方式”，再写实现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1755648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4FA0"/>
                </a:solidFill>
                <a:latin typeface="Microsoft YaHei"/>
              </a:rPr>
              <a:t>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先设计测试或验证清单。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011680"/>
            <a:ext cx="1755648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4747"/>
                </a:solidFill>
                <a:latin typeface="Microsoft YaHei"/>
              </a:rPr>
              <a:t>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正常路径、边界、异常、回归。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6" y="2011680"/>
            <a:ext cx="1755648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29536"/>
                </a:solidFill>
                <a:latin typeface="Microsoft YaHei"/>
              </a:rPr>
              <a:t>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确认现有代码为什么失败。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7184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7184" y="2011680"/>
            <a:ext cx="1755648" cy="45720"/>
          </a:xfrm>
          <a:prstGeom prst="rect">
            <a:avLst/>
          </a:prstGeom>
          <a:solidFill>
            <a:srgbClr val="F5C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6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C645"/>
                </a:solidFill>
                <a:latin typeface="Microsoft YaHei"/>
              </a:rPr>
              <a:t>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给出最小修复方案。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54312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2011680"/>
            <a:ext cx="1755648" cy="45720"/>
          </a:xfrm>
          <a:prstGeom prst="rect">
            <a:avLst/>
          </a:prstGeom>
          <a:solidFill>
            <a:srgbClr val="D92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8904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92D7F"/>
                </a:solidFill>
                <a:latin typeface="Microsoft YaHei"/>
              </a:rPr>
              <a:t>落地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904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修复后补齐测试。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767328"/>
            <a:ext cx="108356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767328"/>
            <a:ext cx="109728" cy="178308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3895344"/>
            <a:ext cx="10424160" cy="1545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354456"/>
                </a:solidFill>
                <a:latin typeface="Courier New"/>
              </a:rPr>
              <a:t>可复用提示词：
“请先不要修改生产代码，先基于当前实现补充或设计测试用例：
- 正常路径
- 边界条件
- 异常分支
- 回归风险
然后告诉我：
1. 现有代码为什么会失败；
2. 最小修复方案是什么；
3. 修复后需要补哪些测试。”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Prompt 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提示词不是玄学，模板化后就是团队方法论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3 个最常用、最值得团队复用的 Prompt 模板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338328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93976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24FA0"/>
                </a:solidFill>
                <a:latin typeface="Microsoft YaHei"/>
              </a:rPr>
              <a:t>模板 1：代码探索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86584"/>
            <a:ext cx="3072384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请阅读相关文件，告诉我入口、调用链、关键数据结构、改动建议，并引用具体文件位置。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96596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965960"/>
            <a:ext cx="338328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93976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4747"/>
                </a:solidFill>
                <a:latin typeface="Microsoft YaHei"/>
              </a:rPr>
              <a:t>模板 2：最小改动实现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386584"/>
            <a:ext cx="3072384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基于现有风格完成最小改动，不额外引入新框架，修改后总结影响面并列出验证步骤。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965960"/>
            <a:ext cx="3099816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1965960"/>
            <a:ext cx="3099816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093976"/>
            <a:ext cx="27706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9536"/>
                </a:solidFill>
                <a:latin typeface="Microsoft YaHei"/>
              </a:rPr>
              <a:t>模板 3：Review / 风险扫描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386584"/>
            <a:ext cx="278892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请站在 reviewer 视角检查这次 diff，优先找 bug、回归风险、缺失测试。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模板设计建议：固定 5 个槽位——目标 / 上下文 / 约束 / 输出格式 / 验收标准。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上下文管理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一个经验：越复杂的需求，越要像写需求文档一样写给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在 Cursor 中，真正拉开差距的是上下文管理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1663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516636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4825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FA0"/>
                </a:solidFill>
                <a:latin typeface="Microsoft YaHei"/>
              </a:rPr>
              <a:t>高质量上下文应该包含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4855464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当前目标和背景：为什么要改。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相关文件与错误信息：而不是只贴结论。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已有实现模式：类似模块、历史方案、命名规范。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边界和禁区：哪些地方不能改、不能破坏什么。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验证标准：测试、运行、页面、日志、性能。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920240"/>
            <a:ext cx="51663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920240"/>
            <a:ext cx="516636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04825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4747"/>
                </a:solidFill>
                <a:latin typeface="Microsoft YaHei"/>
              </a:rPr>
              <a:t>实操建议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40864"/>
            <a:ext cx="4855464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长对话中及时重置上下文，避免历史噪音污染当前任务。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复杂任务把分析、实现、Review 分成多个对话阶段。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发现 AI 偏题时，先补上下文或缩小任务。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对关键结论要求引用代码证据和文件位置。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Review 与风险控制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优秀团队不是“少写错”，而是“更快发现错”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把 AI 用在 Review，通常是投入产出比最高的环节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342900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48256"/>
            <a:ext cx="3099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4747"/>
                </a:solidFill>
                <a:latin typeface="Microsoft YaHei"/>
              </a:rPr>
              <a:t>检查 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31181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空指针、未处理异常、并发问题、状态遗漏、边界条件漏掉。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3429000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048256"/>
            <a:ext cx="3099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9536"/>
                </a:solidFill>
                <a:latin typeface="Microsoft YaHei"/>
              </a:rPr>
              <a:t>检查回归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40864"/>
            <a:ext cx="31181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公共接口是否变更、老逻辑是否被破坏、兼容性是否受影响。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20240"/>
            <a:ext cx="2971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920240"/>
            <a:ext cx="297180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048256"/>
            <a:ext cx="2642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24FA0"/>
                </a:solidFill>
                <a:latin typeface="Microsoft YaHei"/>
              </a:rPr>
              <a:t>检查测试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340864"/>
            <a:ext cx="26609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关键路径是否覆盖、失败场景是否覆盖、断言是否足够严格。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108356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109728" cy="178308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31336"/>
            <a:ext cx="10424160" cy="1545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354456"/>
                </a:solidFill>
                <a:latin typeface="Courier New"/>
              </a:rPr>
              <a:t>Review 提示词建议：
“请用 code review 的方式审查这次改动：
- 优先指出可能的 bug、风险和行为变化；
- 标注影响文件或逻辑点；
- 判断是否缺失测试；
- 如果没有明显问题，也请说明仍然存在的测试盲区。
不要只复述改动内容。”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团队治理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规模化效果 = 工具能力 × 工程规范 × 团队习惯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如果要规模化落地，需要建立 4 个团队机制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507492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3969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24FA0"/>
                </a:solidFill>
                <a:latin typeface="Microsoft YaHei"/>
              </a:rPr>
              <a:t>机制 1：提示词模板库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3230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沉淀探索、实现、测试、Review、文档等常用模板。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01168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011680"/>
            <a:ext cx="507492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13969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4747"/>
                </a:solidFill>
                <a:latin typeface="Microsoft YaHei"/>
              </a:rPr>
              <a:t>机制 2：AI 使用边界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43230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明确哪些代码、数据、密钥、客户信息不能放进上下文。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03320"/>
            <a:ext cx="5074920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3133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9536"/>
                </a:solidFill>
                <a:latin typeface="Microsoft YaHei"/>
              </a:rPr>
              <a:t>机制 3：验收标准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12394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AI 生成代码必须过测试、lint、编译、Review，不得跳过工程门禁。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7033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3703320"/>
            <a:ext cx="5074920" cy="45720"/>
          </a:xfrm>
          <a:prstGeom prst="rect">
            <a:avLst/>
          </a:prstGeom>
          <a:solidFill>
            <a:srgbClr val="D92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3831336"/>
            <a:ext cx="4745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92D7F"/>
                </a:solidFill>
                <a:latin typeface="Microsoft YaHei"/>
              </a:rPr>
              <a:t>机制 4：案例复盘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4123944"/>
            <a:ext cx="4764024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定期复盘高价值用例和失败案例，让方法论持续进化。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团队采用 AI 编程，不是“装个工具”就结束了，而是一次研发工作流升级。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常见误区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结论：AI 编程失败，通常不是因为模型不够强，而是流程设计不到位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最容易让团队“用了 AI 但没得到收益”的 6 个误区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3401568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02535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4747"/>
                </a:solidFill>
                <a:latin typeface="Microsoft YaHei"/>
              </a:rPr>
              <a:t>误区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95143"/>
            <a:ext cx="3090672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把 AI 当搜索引擎，问泛问题，不给仓库上下文。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7096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7096" y="1874519"/>
            <a:ext cx="3401568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002535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29536"/>
                </a:solidFill>
                <a:latin typeface="Microsoft YaHei"/>
              </a:rPr>
              <a:t>误区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295143"/>
            <a:ext cx="3090672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一次性让 AI 改太多，导致 Review 和回滚成本过高。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08392" y="1874519"/>
            <a:ext cx="3401568" cy="45720"/>
          </a:xfrm>
          <a:prstGeom prst="rect">
            <a:avLst/>
          </a:prstGeom>
          <a:solidFill>
            <a:srgbClr val="F5C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2984" y="2002535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C645"/>
                </a:solidFill>
                <a:latin typeface="Microsoft YaHei"/>
              </a:rPr>
              <a:t>误区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2295143"/>
            <a:ext cx="3090672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只看它能不能生成，不看是否可验证、可维护。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3401568" cy="45720"/>
          </a:xfrm>
          <a:prstGeom prst="rect">
            <a:avLst/>
          </a:prstGeom>
          <a:solidFill>
            <a:srgbClr val="D92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60273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92D7F"/>
                </a:solidFill>
                <a:latin typeface="Microsoft YaHei"/>
              </a:rPr>
              <a:t>误区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95344"/>
            <a:ext cx="3090672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把 AI 输出直接当事实，不要求引用仓库证据。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7096" y="3474720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7096" y="3474720"/>
            <a:ext cx="3401568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60273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4FA0"/>
                </a:solidFill>
                <a:latin typeface="Microsoft YaHei"/>
              </a:rPr>
              <a:t>误区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895344"/>
            <a:ext cx="3090672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没有沉淀复用模板，每个人都从零摸索。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08392" y="3474720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08392" y="3474720"/>
            <a:ext cx="3401568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2984" y="3602736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4747"/>
                </a:solidFill>
                <a:latin typeface="Microsoft YaHei"/>
              </a:rPr>
              <a:t>误区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4" y="3895344"/>
            <a:ext cx="3090672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354456"/>
                </a:solidFill>
                <a:latin typeface="Microsoft YaHei"/>
              </a:rPr>
              <a:t>• 忽略安全边界，把不该暴露的信息交给 AI。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AI 编程的价值，最终要靠可验证的结果来证明。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建议现场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最佳 Demo：一个真实小任务胜过十个空泛技巧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分享时，推荐演示 1 个完整闭环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1755648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4FA0"/>
                </a:solidFill>
                <a:latin typeface="Microsoft YaHe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给出一个真实需求或 bug。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011680"/>
            <a:ext cx="1755648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4747"/>
                </a:solidFill>
                <a:latin typeface="Microsoft YaHe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先让 Cursor 分析代码与定位影响点。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6" y="2011680"/>
            <a:ext cx="1755648" cy="45720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29536"/>
                </a:solidFill>
                <a:latin typeface="Microsoft YaHe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再让它提出最小改动方案。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7184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7184" y="2011680"/>
            <a:ext cx="1755648" cy="45720"/>
          </a:xfrm>
          <a:prstGeom prst="rect">
            <a:avLst/>
          </a:prstGeom>
          <a:solidFill>
            <a:srgbClr val="F5C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6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C645"/>
                </a:solidFill>
                <a:latin typeface="Microsoft YaHei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分步实现，并跑验证命令。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24871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4747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54312" y="2011680"/>
            <a:ext cx="17556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2011680"/>
            <a:ext cx="1755648" cy="45720"/>
          </a:xfrm>
          <a:prstGeom prst="rect">
            <a:avLst/>
          </a:prstGeom>
          <a:solidFill>
            <a:srgbClr val="D92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8904" y="2139696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92D7F"/>
                </a:solidFill>
                <a:latin typeface="Microsoft YaHei"/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904" y="2432304"/>
            <a:ext cx="1444752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54456"/>
                </a:solidFill>
                <a:latin typeface="Microsoft YaHei"/>
              </a:rPr>
              <a:t>• 最后让 AI 站在 reviewer 视角复查。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不要演示“AI 一次写了很多代码”，而要演示“AI 如何帮助你更快做出正确决策、减少试错、补齐验证”。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rsor-ai-bran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86384"/>
            <a:ext cx="1600200" cy="310896"/>
          </a:xfrm>
          <a:prstGeom prst="roundRect">
            <a:avLst/>
          </a:prstGeom>
          <a:solidFill>
            <a:srgbClr val="EBF2FC"/>
          </a:solidFill>
          <a:ln>
            <a:solidFill>
              <a:srgbClr val="22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4FA0"/>
                </a:solidFill>
                <a:latin typeface="Microsoft YaHei"/>
              </a:rPr>
              <a:t>落地建议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0584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80467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4FA0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E7C"/>
                </a:solidFill>
                <a:latin typeface="Microsoft YaHei"/>
              </a:rPr>
              <a:t>谢谢 / 可按公司案例继续替换内容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13555"/>
                </a:solidFill>
                <a:latin typeface="Microsoft YaHei"/>
              </a:rPr>
              <a:t>结论与落地建议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1663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5166360" cy="45720"/>
          </a:xfrm>
          <a:prstGeom prst="rect">
            <a:avLst/>
          </a:prstGeom>
          <a:solidFill>
            <a:srgbClr val="2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4825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4FA0"/>
                </a:solidFill>
                <a:latin typeface="Microsoft YaHei"/>
              </a:rPr>
              <a:t>今天希望带走的 3 个观点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4855464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AI 编程的关键不是“写得快”，而是“更快得到正确结果”。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Cursor 最好的用法，是把 AI 放进完整研发链路，而不是只做补全。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团队收益来自模板、流程、验证和复盘，而不是个人技巧。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920240"/>
            <a:ext cx="51663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920240"/>
            <a:ext cx="5166360" cy="45720"/>
          </a:xfrm>
          <a:prstGeom prst="rect">
            <a:avLst/>
          </a:prstGeom>
          <a:solidFill>
            <a:srgbClr val="D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048256"/>
            <a:ext cx="4837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4747"/>
                </a:solidFill>
                <a:latin typeface="Microsoft YaHei"/>
              </a:rPr>
              <a:t>建议下一步行动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40864"/>
            <a:ext cx="4855464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挑 2-3 个真实场景做试点：Bug 修复、测试补齐、批量重构。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沉淀一套团队 Prompt 模板与安全边界。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54456"/>
                </a:solidFill>
                <a:latin typeface="Microsoft YaHei"/>
              </a:rPr>
              <a:t>• 每周复盘“最好用”和“最翻车”的案例。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413248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5C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413248"/>
            <a:ext cx="109728" cy="694944"/>
          </a:xfrm>
          <a:prstGeom prst="rect">
            <a:avLst/>
          </a:prstGeom>
          <a:solidFill>
            <a:srgbClr val="F29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321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13555"/>
                </a:solidFill>
                <a:latin typeface="Microsoft YaHei"/>
              </a:rPr>
              <a:t>Q&amp;A：我们不是在学习一个新工具，而是在学习一种新的研发协作方式。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